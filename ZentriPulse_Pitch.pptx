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5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9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533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5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32004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" y="96012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" y="160020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" y="224028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" y="288036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" y="352044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" y="416052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" y="480060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347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A9F0"/>
                </a:solidFill>
              </a:rPr>
              <a:t>ASSETZENTRI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685800"/>
            <a:ext cx="1280160" cy="0"/>
          </a:xfrm>
          <a:prstGeom prst="line">
            <a:avLst/>
          </a:prstGeom>
          <a:noFill/>
          <a:ln w="12700">
            <a:solidFill>
              <a:srgbClr val="7B5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804672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ZentriPulse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365760" y="20848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AssetZentri's Proactive Intelligence Layer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surfaced. Every signal routed.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ask.</a:t>
            </a:r>
            <a:endParaRPr lang="en-US" sz="15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6583680" y="1280160"/>
            <a:ext cx="2194560" cy="18288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</a:rPr>
              <a:t>CONFIDENTIAL — FOR DISCUSSION PURPOSES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IT team has the data.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knows what matters today.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931920" cy="137160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1883664"/>
            <a:ext cx="457200" cy="457200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2938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856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Reactive, not proactive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0352" y="2249424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Threats and cost leaks surface after the damage is done. Teams chase alerts, not prevent them.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627632"/>
            <a:ext cx="3931920" cy="137160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17720" y="1627632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82312" y="1883664"/>
            <a:ext cx="457200" cy="457200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92938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67528" y="1856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Five domains, five dashboards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82312" y="2249424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Asset, SaaS, Compliance, Contracts, Identity — siloed views miss cross-domain risk signals entirely.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3154680"/>
            <a:ext cx="3931920" cy="137160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3154680"/>
            <a:ext cx="54864" cy="1371600"/>
          </a:xfrm>
          <a:prstGeom prst="rect">
            <a:avLst/>
          </a:prstGeom>
          <a:solidFill>
            <a:srgbClr val="7B5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30352" y="3410712"/>
            <a:ext cx="457200" cy="457200"/>
          </a:xfrm>
          <a:prstGeom prst="ellipse">
            <a:avLst/>
          </a:prstGeom>
          <a:solidFill>
            <a:srgbClr val="7B5FD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45643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5568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Analyst bottleneck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30352" y="3776472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Insight requires a human to pull reports, join spreadsheets, and interpret data before every decision.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617720" y="3154680"/>
            <a:ext cx="3931920" cy="137160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617720" y="3154680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782312" y="3410712"/>
            <a:ext cx="457200" cy="457200"/>
          </a:xfrm>
          <a:prstGeom prst="ellipse">
            <a:avLst/>
          </a:prstGeom>
          <a:solidFill>
            <a:srgbClr val="0EA5E9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45643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67528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Stakeholder blindness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782312" y="3776472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CISO, CFO, Compliance, IT Ops — all have different needs. One dashboard serves none of them well.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5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A9F0"/>
                </a:solidFill>
              </a:rPr>
              <a:t>INTRODUCING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ZentriPulse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The always-on intelligence layer that tells every stakeholder exactly what matters — before they log 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212848"/>
            <a:ext cx="2743200" cy="2651760"/>
          </a:xfrm>
          <a:prstGeom prst="rect">
            <a:avLst/>
          </a:prstGeom>
          <a:solidFill>
            <a:srgbClr val="1A285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274320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2395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30352" y="2852928"/>
            <a:ext cx="2286000" cy="0"/>
          </a:xfrm>
          <a:prstGeom prst="line">
            <a:avLst/>
          </a:prstGeom>
          <a:noFill/>
          <a:ln w="6350">
            <a:solidFill>
              <a:srgbClr val="A78B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944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Pushes intelligence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before you 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212848"/>
            <a:ext cx="2743200" cy="2651760"/>
          </a:xfrm>
          <a:prstGeom prst="rect">
            <a:avLst/>
          </a:prstGeom>
          <a:solidFill>
            <a:srgbClr val="1A2855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2212848"/>
            <a:ext cx="2743200" cy="640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56432" y="2395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Cross-domain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56432" y="2852928"/>
            <a:ext cx="2286000" cy="0"/>
          </a:xfrm>
          <a:prstGeom prst="line">
            <a:avLst/>
          </a:prstGeom>
          <a:noFill/>
          <a:ln w="635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56432" y="2944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Fuses signals from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all 5 modules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212848"/>
            <a:ext cx="2743200" cy="2651760"/>
          </a:xfrm>
          <a:prstGeom prst="rect">
            <a:avLst/>
          </a:prstGeom>
          <a:solidFill>
            <a:srgbClr val="1A285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2212848"/>
            <a:ext cx="274320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82512" y="2395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Role-aware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382512" y="2852928"/>
            <a:ext cx="2286000" cy="0"/>
          </a:xfrm>
          <a:prstGeom prst="line">
            <a:avLst/>
          </a:prstGeom>
          <a:noFill/>
          <a:ln w="635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82512" y="2944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Right signal 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the right person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78BFA"/>
                </a:solidFill>
              </a:rPr>
              <a:t>"Your IT estate's morning heartbeat."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A5E9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 to role-ready intelligence — automatically.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2724912" cy="260604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" y="1371600"/>
            <a:ext cx="502920" cy="502920"/>
          </a:xfrm>
          <a:prstGeom prst="ellipse">
            <a:avLst/>
          </a:prstGeom>
          <a:solidFill>
            <a:srgbClr val="7B5FD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0299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84632" y="2542032"/>
            <a:ext cx="2286000" cy="0"/>
          </a:xfrm>
          <a:prstGeom prst="line">
            <a:avLst/>
          </a:prstGeom>
          <a:noFill/>
          <a:ln w="9525">
            <a:solidFill>
              <a:srgbClr val="7B5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265176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All 5 AssetZentri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domains feed in real-time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90672" y="2514600"/>
            <a:ext cx="182880" cy="0"/>
          </a:xfrm>
          <a:prstGeom prst="line">
            <a:avLst/>
          </a:prstGeom>
          <a:noFill/>
          <a:ln w="19050">
            <a:solidFill>
              <a:srgbClr val="7B5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240487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FD0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64408" y="1207008"/>
            <a:ext cx="2724912" cy="260604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29000" y="1371600"/>
            <a:ext cx="502920" cy="502920"/>
          </a:xfrm>
          <a:prstGeom prst="ellipse">
            <a:avLst/>
          </a:prstGeom>
          <a:solidFill>
            <a:srgbClr val="A78BF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0299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429000" y="2542032"/>
            <a:ext cx="2286000" cy="0"/>
          </a:xfrm>
          <a:prstGeom prst="line">
            <a:avLst/>
          </a:prstGeom>
          <a:noFill/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29000" y="265176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Cross-domain anomaly engine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finds signals no module sees alone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514600"/>
            <a:ext cx="18288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44768" y="240487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08776" y="1207008"/>
            <a:ext cx="2724912" cy="260604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73368" y="1371600"/>
            <a:ext cx="502920" cy="502920"/>
          </a:xfrm>
          <a:prstGeom prst="ellipse">
            <a:avLst/>
          </a:prstGeom>
          <a:solidFill>
            <a:srgbClr val="0EA5E9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7336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73368" y="20299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373368" y="2542032"/>
            <a:ext cx="2286000" cy="0"/>
          </a:xfrm>
          <a:prstGeom prst="line">
            <a:avLst/>
          </a:prstGeom>
          <a:noFill/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73368" y="265176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Role-aware brief delivered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to each stakeholder by 8 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Data in: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34440" y="3913632"/>
            <a:ext cx="1417320" cy="310896"/>
          </a:xfrm>
          <a:prstGeom prst="rect">
            <a:avLst/>
          </a:prstGeom>
          <a:solidFill>
            <a:srgbClr val="1A2855"/>
          </a:solidFill>
          <a:ln w="9525">
            <a:solidFill>
              <a:srgbClr val="7B5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34440" y="39136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5FD0"/>
                </a:solidFill>
              </a:rPr>
              <a:t>IT Asset Mgmt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07208" y="3913632"/>
            <a:ext cx="1417320" cy="310896"/>
          </a:xfrm>
          <a:prstGeom prst="rect">
            <a:avLst/>
          </a:prstGeom>
          <a:solidFill>
            <a:srgbClr val="1A2855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807208" y="39136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</a:rPr>
              <a:t>SaaS Governance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79976" y="3913632"/>
            <a:ext cx="1417320" cy="310896"/>
          </a:xfrm>
          <a:prstGeom prst="rect">
            <a:avLst/>
          </a:prstGeom>
          <a:solidFill>
            <a:srgbClr val="1A2855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79976" y="39136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</a:rPr>
              <a:t>Compliance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52744" y="3913632"/>
            <a:ext cx="1417320" cy="310896"/>
          </a:xfrm>
          <a:prstGeom prst="rect">
            <a:avLst/>
          </a:prstGeom>
          <a:solidFill>
            <a:srgbClr val="1A2855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52744" y="39136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</a:rPr>
              <a:t>Contracts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25512" y="3913632"/>
            <a:ext cx="1417320" cy="310896"/>
          </a:xfrm>
          <a:prstGeom prst="rect">
            <a:avLst/>
          </a:prstGeom>
          <a:solidFill>
            <a:srgbClr val="1A2855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25512" y="39136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Identity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434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Intelligence out: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737360" y="4370832"/>
            <a:ext cx="1554480" cy="310896"/>
          </a:xfrm>
          <a:prstGeom prst="rect">
            <a:avLst/>
          </a:prstGeom>
          <a:solidFill>
            <a:srgbClr val="4F3D9E">
              <a:alpha val="30000"/>
            </a:srgbClr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737360" y="43708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</a:rPr>
              <a:t>Morning brief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6160" y="4370832"/>
            <a:ext cx="1554480" cy="310896"/>
          </a:xfrm>
          <a:prstGeom prst="rect">
            <a:avLst/>
          </a:prstGeom>
          <a:solidFill>
            <a:srgbClr val="4F3D9E">
              <a:alpha val="30000"/>
            </a:srgbClr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66160" y="43708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</a:rPr>
              <a:t>Live alerts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94960" y="4370832"/>
            <a:ext cx="1554480" cy="310896"/>
          </a:xfrm>
          <a:prstGeom prst="rect">
            <a:avLst/>
          </a:prstGeom>
          <a:solidFill>
            <a:srgbClr val="4F3D9E">
              <a:alpha val="30000"/>
            </a:srgbClr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94960" y="43708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</a:rPr>
              <a:t>NL queries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23760" y="4370832"/>
            <a:ext cx="1554480" cy="310896"/>
          </a:xfrm>
          <a:prstGeom prst="rect">
            <a:avLst/>
          </a:prstGeom>
          <a:solidFill>
            <a:srgbClr val="4F3D9E">
              <a:alpha val="30000"/>
            </a:srgbClr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223760" y="43708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</a:rPr>
              <a:t>Auto-reports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3D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F3D9E"/>
                </a:solidFill>
              </a:rPr>
              <a:t>FIVE CORE CAPABILITIES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natively into AssetZentri — no bolt-ons.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F0"/>
            </a:solidFill>
            <a:prstDash val="solid"/>
          </a:ln>
          <a:effectLst>
            <a:outerShdw blurRad="50800" dist="12700" dir="8100000" algn="bl" rotWithShape="0">
              <a:srgbClr val="9090C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64008" cy="1143000"/>
          </a:xfrm>
          <a:prstGeom prst="rect">
            <a:avLst/>
          </a:prstGeom>
          <a:solidFill>
            <a:srgbClr val="4F3D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44168"/>
            <a:ext cx="457200" cy="457200"/>
          </a:xfrm>
          <a:prstGeom prst="ellipse">
            <a:avLst/>
          </a:prstGeom>
          <a:solidFill>
            <a:srgbClr val="4F3D9E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98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225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01  The Claw Brief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Role-specific daily brief pushed to each stakeholder at 8 AM. CISO gets threats. CFO gets waste. Compliance gets deadlines. No login required.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115568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F0"/>
            </a:solidFill>
            <a:prstDash val="solid"/>
          </a:ln>
          <a:effectLst>
            <a:outerShdw blurRad="50800" dist="12700" dir="8100000" algn="bl" rotWithShape="0">
              <a:srgbClr val="9090C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115568"/>
            <a:ext cx="64008" cy="11430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92040" y="1344168"/>
            <a:ext cx="457200" cy="457200"/>
          </a:xfrm>
          <a:prstGeom prst="ellipse">
            <a:avLst/>
          </a:prstGeom>
          <a:solidFill>
            <a:srgbClr val="0EA5E9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8988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225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02  Cross-Domain Fusion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AssetZentri's five modules see their own domain. ZentriPulse sees across all five simultaneously — catching signals that no single dashboard ever could.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2414016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F0"/>
            </a:solidFill>
            <a:prstDash val="solid"/>
          </a:ln>
          <a:effectLst>
            <a:outerShdw blurRad="50800" dist="12700" dir="8100000" algn="bl" rotWithShape="0">
              <a:srgbClr val="9090C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20040" y="2414016"/>
            <a:ext cx="64008" cy="11430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02920" y="2642616"/>
            <a:ext cx="457200" cy="457200"/>
          </a:xfrm>
          <a:prstGeom prst="ellipse">
            <a:avLst/>
          </a:prstGeom>
          <a:solidFill>
            <a:srgbClr val="EF444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68833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2523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03  Predictive Risk Signals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97280" y="28529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Not just what happened — what's about to happen. Device drift + active JIT + compliance gap = escalated alert before it becomes an incident.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2414016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F0"/>
            </a:solidFill>
            <a:prstDash val="solid"/>
          </a:ln>
          <a:effectLst>
            <a:outerShdw blurRad="50800" dist="12700" dir="8100000" algn="bl" rotWithShape="0">
              <a:srgbClr val="9090C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09160" y="2414016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892040" y="2642616"/>
            <a:ext cx="457200" cy="45720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688336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0" y="2523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04  Reasoning NL Interface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0" y="28529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"Show assets where IRR &lt; 9% and lease expires in 90 days." The upgraded AI doesn't just retrieve — it reasons, connects, and suggests next actions.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2377440" y="3712464"/>
            <a:ext cx="41148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F0"/>
            </a:solidFill>
            <a:prstDash val="solid"/>
          </a:ln>
          <a:effectLst>
            <a:outerShdw blurRad="50800" dist="12700" dir="8100000" algn="bl" rotWithShape="0">
              <a:srgbClr val="9090C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2377440" y="3712464"/>
            <a:ext cx="64008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2560320" y="3941064"/>
            <a:ext cx="457200" cy="45720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3986784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154680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05  Auto-Narrative Reports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154680" y="415137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SEBI-CSCRF submissions, board packs, SOC 2 audit narratives — auto-drafted from AssetZentri's live data. Compliance reviews; ZentriPulse writes.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</a:rPr>
              <a:t>WHO BENEFITS &amp; HOW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ZentriPulse speaks every stakeholder's language.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109728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" y="1261872"/>
            <a:ext cx="1005840" cy="256032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261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CISO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60934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3 anomalies flagged at 7:58 AM — 1 device lost mTLS trust, 1 user has active JIT + SoD conflict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114800" cy="109728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115568"/>
            <a:ext cx="54864" cy="10972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28032" y="1261872"/>
            <a:ext cx="1005840" cy="256032"/>
          </a:xfrm>
          <a:prstGeom prst="rect">
            <a:avLst/>
          </a:prstGeom>
          <a:solidFill>
            <a:srgbClr val="0EA5E9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8032" y="1261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IT Manager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8032" y="160934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47 assets drifted overnight. 3 discovery syncs failed. 12 warranties expire in 30 days.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4114800" cy="109728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" y="2523744"/>
            <a:ext cx="1005840" cy="256032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CFO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" y="287121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$284K recovery opportunity: 312 unused licenses + 18 duplicate apps identified this week.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4114800" cy="109728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23774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28032" y="2523744"/>
            <a:ext cx="1005840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28032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Compliance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287121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SOC 2 score: 94%. 3 SEBI filings due in 9 days. Asset-to-compliance chain broken on 2 controls.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639312"/>
            <a:ext cx="4114800" cy="109728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639312"/>
            <a:ext cx="54864" cy="1097280"/>
          </a:xfrm>
          <a:prstGeom prst="rect">
            <a:avLst/>
          </a:prstGeom>
          <a:solidFill>
            <a:srgbClr val="7B5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" y="3785616"/>
            <a:ext cx="1005840" cy="256032"/>
          </a:xfrm>
          <a:prstGeom prst="rect">
            <a:avLst/>
          </a:prstGeom>
          <a:solidFill>
            <a:srgbClr val="7B5FD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FD0"/>
                </a:solidFill>
              </a:rPr>
              <a:t>Procurement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" y="413308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4 contracts renew in 21 days. 2 have unreviewed T&amp;C risk flags. 1 conflicts with data residency policy.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639312"/>
            <a:ext cx="4114800" cy="1097280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3639312"/>
            <a:ext cx="54864" cy="109728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28032" y="3785616"/>
            <a:ext cx="1005840" cy="256032"/>
          </a:xfrm>
          <a:prstGeom prst="rect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28032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</a:rPr>
              <a:t>CIO / Board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413308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12,847 assets healthy. AUM compliance 94%. $284K software savings actioned this quarter.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</a:rPr>
              <a:t>THE BUSINESS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outcomes that compound.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72491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F0"/>
            </a:solidFill>
            <a:prstDash val="solid"/>
          </a:ln>
          <a:effectLst>
            <a:outerShdw blurRad="76200" dist="25400" dir="8100000" algn="bl" rotWithShape="0">
              <a:srgbClr val="9090C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724912" cy="73152"/>
          </a:xfrm>
          <a:prstGeom prst="rect">
            <a:avLst/>
          </a:prstGeom>
          <a:solidFill>
            <a:srgbClr val="4F3D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4F3D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</a:rPr>
              <a:t>Asset coverage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761488"/>
            <a:ext cx="1993392" cy="0"/>
          </a:xfrm>
          <a:prstGeom prst="line">
            <a:avLst/>
          </a:prstGeom>
          <a:noFill/>
          <a:ln w="6350">
            <a:solidFill>
              <a:srgbClr val="4F3D9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23591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Asset managers handle 3× more environments with the same team — ZentriPulse handles the monitoring that currently requires human attention.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115568"/>
            <a:ext cx="272491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F0"/>
            </a:solidFill>
            <a:prstDash val="solid"/>
          </a:ln>
          <a:effectLst>
            <a:outerShdw blurRad="76200" dist="25400" dir="8100000" algn="bl" rotWithShape="0">
              <a:srgbClr val="9090C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115568"/>
            <a:ext cx="2724912" cy="7315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298448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3474720" y="235915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</a:rPr>
              <a:t>Audit prep savings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0" y="2761488"/>
            <a:ext cx="1993392" cy="0"/>
          </a:xfrm>
          <a:prstGeom prst="line">
            <a:avLst/>
          </a:prstGeom>
          <a:noFill/>
          <a:ln w="6350">
            <a:solidFill>
              <a:srgbClr val="0EA5E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0" y="2852928"/>
            <a:ext cx="23591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Compliance officers stop writing and start approving. Auto-drafted narratives from live AssetZentri data cut report preparation time by 70–80%.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115568"/>
            <a:ext cx="2724912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F0"/>
            </a:solidFill>
            <a:prstDash val="solid"/>
          </a:ln>
          <a:effectLst>
            <a:outerShdw blurRad="76200" dist="25400" dir="8100000" algn="bl" rotWithShape="0">
              <a:srgbClr val="9090C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1115568"/>
            <a:ext cx="2724912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1298448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6400800" y="235915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</a:rPr>
              <a:t>Retention driver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0" y="2761488"/>
            <a:ext cx="1993392" cy="0"/>
          </a:xfrm>
          <a:prstGeom prst="line">
            <a:avLst/>
          </a:prstGeom>
          <a:noFill/>
          <a:ln w="6350">
            <a:solidFill>
              <a:srgbClr val="10B98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2852928"/>
            <a:ext cx="23591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Customers who receive proactive, personalized intelligence before logging in have the highest NPS and lowest churn of any product category.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78BFA"/>
                </a:solidFill>
              </a:rPr>
              <a:t>THE MSP MULTIPLIER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ZentriPulse is the capability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MSPs sell — 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AssetZentri.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Managed Service Providers serve multiple clients from a single AssetZentri instance. ZentriPulse gives them something no competitor can offer: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5915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322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Simultaneous morning briefs for all client tenants — automated, zero analyst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9923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29626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Cross-tenant pattern detection — flag anomalies appearing across multiple clients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63931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36027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Per-client audit report auto-generation — white-labeled, audit-ready, instant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27939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4242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ZentriPulse becomes the MSP's own differentiator, delivered through the platform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1481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Multi-tenant morning brief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1847088"/>
            <a:ext cx="3108960" cy="658368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70448" y="1984248"/>
            <a:ext cx="310896" cy="310896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938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Acme Corp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1579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1,247 assets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26680" y="2011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Healthy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2633472"/>
            <a:ext cx="3108960" cy="658368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70448" y="2770632"/>
            <a:ext cx="310896" cy="310896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27249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NexGen Financial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944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3,891 assets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26680" y="27980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</a:rPr>
              <a:t>2 alerts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3419856"/>
            <a:ext cx="3108960" cy="658368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70448" y="3557016"/>
            <a:ext cx="310896" cy="310896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35112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Vertex Health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730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892 assets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26680" y="35844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Healthy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4206240"/>
            <a:ext cx="3108960" cy="658368"/>
          </a:xfrm>
          <a:prstGeom prst="rect">
            <a:avLst/>
          </a:prstGeom>
          <a:solidFill>
            <a:srgbClr val="1A2855"/>
          </a:solidFill>
          <a:ln w="6350">
            <a:solidFill>
              <a:srgbClr val="2E3F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870448" y="4343400"/>
            <a:ext cx="310896" cy="310896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Solaris Retail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45171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2,104 assets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26680" y="4370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</a:rPr>
              <a:t>1 alert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A5E9"/>
                </a:solidFill>
              </a:rPr>
              <a:t>BUILD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phases. Twelve months to full deployment.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4008"/>
          </a:xfrm>
          <a:prstGeom prst="rect">
            <a:avLst/>
          </a:prstGeom>
          <a:solidFill>
            <a:srgbClr val="C8C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00200" y="1115568"/>
            <a:ext cx="201168" cy="201168"/>
          </a:xfrm>
          <a:prstGeom prst="ellipse">
            <a:avLst/>
          </a:prstGeom>
          <a:solidFill>
            <a:srgbClr val="4F3D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60604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606040" cy="64008"/>
          </a:xfrm>
          <a:prstGeom prst="rect">
            <a:avLst/>
          </a:prstGeom>
          <a:solidFill>
            <a:srgbClr val="4F3D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554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3D9E"/>
                </a:solidFill>
              </a:rPr>
              <a:t>Phase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1792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A0"/>
                </a:solidFill>
              </a:rPr>
              <a:t>Month 0–3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0482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2286000" cy="0"/>
          </a:xfrm>
          <a:prstGeom prst="line">
            <a:avLst/>
          </a:prstGeom>
          <a:noFill/>
          <a:ln w="6350">
            <a:solidFill>
              <a:srgbClr val="4F3D9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2596896"/>
            <a:ext cx="137160" cy="137160"/>
          </a:xfrm>
          <a:prstGeom prst="ellipse">
            <a:avLst/>
          </a:prstGeom>
          <a:solidFill>
            <a:srgbClr val="4F3D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6384" y="2560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Role-aware morning brief (Claw Brief)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145536"/>
            <a:ext cx="137160" cy="137160"/>
          </a:xfrm>
          <a:prstGeom prst="ellipse">
            <a:avLst/>
          </a:prstGeom>
          <a:solidFill>
            <a:srgbClr val="4F3D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6384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Compliance deadline monitoring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694176"/>
            <a:ext cx="137160" cy="137160"/>
          </a:xfrm>
          <a:prstGeom prst="ellipse">
            <a:avLst/>
          </a:prstGeom>
          <a:solidFill>
            <a:srgbClr val="4F3D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Cross-module anomaly alerting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242816"/>
            <a:ext cx="137160" cy="137160"/>
          </a:xfrm>
          <a:prstGeom prst="ellipse">
            <a:avLst/>
          </a:prstGeom>
          <a:solidFill>
            <a:srgbClr val="4F3D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Stakeholder notification channels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1115568"/>
            <a:ext cx="201168" cy="20116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1463040"/>
            <a:ext cx="260604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1463040"/>
            <a:ext cx="2606040" cy="640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64992" y="1554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A5E9"/>
                </a:solidFill>
              </a:rPr>
              <a:t>Phase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4992" y="1792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A0"/>
                </a:solidFill>
              </a:rPr>
              <a:t>Month 4–8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64992" y="20482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364992" y="2468880"/>
            <a:ext cx="2286000" cy="0"/>
          </a:xfrm>
          <a:prstGeom prst="line">
            <a:avLst/>
          </a:prstGeom>
          <a:noFill/>
          <a:ln w="6350">
            <a:solidFill>
              <a:srgbClr val="0EA5E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01568" y="2596896"/>
            <a:ext cx="137160" cy="1371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21024" y="2560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Reasoning NL interface upgrade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01568" y="3145536"/>
            <a:ext cx="137160" cy="1371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21024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Predictive risk signal engine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01568" y="3694176"/>
            <a:ext cx="137160" cy="1371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21024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Contract × SaaS usage correlation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01568" y="4242816"/>
            <a:ext cx="137160" cy="1371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21024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MSP multi-tenant brief rollout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69480" y="111556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35040" y="1463040"/>
            <a:ext cx="260604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35040" y="1463040"/>
            <a:ext cx="260604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99632" y="1554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0B981"/>
                </a:solidFill>
              </a:rPr>
              <a:t>Phase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99632" y="1792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A0"/>
                </a:solidFill>
              </a:rPr>
              <a:t>Month 9–12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99632" y="20482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199632" y="2468880"/>
            <a:ext cx="2286000" cy="0"/>
          </a:xfrm>
          <a:prstGeom prst="line">
            <a:avLst/>
          </a:prstGeom>
          <a:noFill/>
          <a:ln w="6350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36208" y="259689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55664" y="2560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Auto-drafted audit narratives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36208" y="314553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55664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SEBI-CSCRF auto-submission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36208" y="369417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55664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Board pack generation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36208" y="4242816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55664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Custom stakeholder brief builder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5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A9F0"/>
                </a:solidFill>
              </a:rPr>
              <a:t>WHY ONLY ASSETZENTRI CAN BUILD THIS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a foundation no competitor has.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02336" cy="402336"/>
          </a:xfrm>
          <a:prstGeom prst="ellipse">
            <a:avLst/>
          </a:prstGeom>
          <a:solidFill>
            <a:srgbClr val="7B5FD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05156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Native 5-domain unification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2688" y="124358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Competitors need 3–4 tools just to collect the data ZentriPulse already has unified.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947672"/>
            <a:ext cx="402336" cy="402336"/>
          </a:xfrm>
          <a:prstGeom prst="ellipse">
            <a:avLst/>
          </a:prstGeom>
          <a:solidFill>
            <a:srgbClr val="0EA5E9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01168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19476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Exclusive cross-module chain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32688" y="220370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Asset-to-Compliance traceability means ZentriPulse reasons across every domain simultaneously.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2907792"/>
            <a:ext cx="402336" cy="402336"/>
          </a:xfrm>
          <a:prstGeom prst="ellipse">
            <a:avLst/>
          </a:prstGeom>
          <a:solidFill>
            <a:srgbClr val="EF4444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97180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29077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mTLS device trust at the root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2688" y="316382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Device identity is cryptographic — ZentriPulse's security signals are built on an unforgeable foundation.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65760" y="3867912"/>
            <a:ext cx="402336" cy="402336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93192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" y="38679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Kill Switch + JIT + SoD native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32688" y="41239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No add-on required. ZentriPulse acts on its intelligence instantly through AssetZentri's own controls.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212080" y="1417320"/>
            <a:ext cx="3657600" cy="3401568"/>
          </a:xfrm>
          <a:prstGeom prst="rect">
            <a:avLst/>
          </a:prstGeom>
          <a:solidFill>
            <a:srgbClr val="1A2855"/>
          </a:solidFill>
          <a:ln w="9525">
            <a:solidFill>
              <a:srgbClr val="7B5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5394960" y="1536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A9F0"/>
                </a:solidFill>
              </a:rPr>
              <a:t>Competitor landscape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212080" y="1828800"/>
            <a:ext cx="3657600" cy="329184"/>
          </a:xfrm>
          <a:prstGeom prst="rect">
            <a:avLst/>
          </a:prstGeom>
          <a:solidFill>
            <a:srgbClr val="4F3D9E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5376672" y="1883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A9F0"/>
                </a:solidFill>
              </a:rPr>
              <a:t>Capability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7059168" y="1883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A9F0"/>
                </a:solidFill>
              </a:rPr>
              <a:t>AssetZentri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918704" y="1883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A9F0"/>
                </a:solidFill>
              </a:rPr>
              <a:t>Others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376672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5-domain native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059168" y="2304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</a:rPr>
              <a:t>✓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918704" y="2304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444"/>
                </a:solidFill>
              </a:rPr>
              <a:t>✗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212080" y="2688336"/>
            <a:ext cx="365760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5376672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</a:rPr>
              <a:t>Cross-module fusion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7059168" y="2724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</a:rPr>
              <a:t>✓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7918704" y="2724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444"/>
                </a:solidFill>
              </a:rPr>
              <a:t>✗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5376672" y="31455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Policy comparison engine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7059168" y="3145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</a:rPr>
              <a:t>✓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7918704" y="3145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444"/>
                </a:solidFill>
              </a:rPr>
              <a:t>✗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5212080" y="3529584"/>
            <a:ext cx="365760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5376672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</a:rPr>
              <a:t>Unified Kill Switch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7059168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</a:rPr>
              <a:t>✓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7918704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444"/>
                </a:solidFill>
              </a:rPr>
              <a:t>SaaS only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5376672" y="3986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SEBI-CSCRF coverage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7059168" y="3986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</a:rPr>
              <a:t>Full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7918704" y="3986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444"/>
                </a:solidFill>
              </a:rPr>
              <a:t>Partial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5212080" y="4370832"/>
            <a:ext cx="365760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5376672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8C0"/>
                </a:solidFill>
              </a:rPr>
              <a:t>JIT + SoD + Drift native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7059168" y="4407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</a:rPr>
              <a:t>✓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7918704" y="4407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444"/>
                </a:solidFill>
              </a:rPr>
              <a:t>Add-on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32004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" y="96012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" y="160020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" y="224028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" y="288036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" y="352044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" y="416052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" y="4800600"/>
            <a:ext cx="9070848" cy="0"/>
          </a:xfrm>
          <a:prstGeom prst="line">
            <a:avLst/>
          </a:prstGeom>
          <a:noFill/>
          <a:ln w="381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9260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"Your IT estate already knows</a:t>
            </a:r>
            <a:endParaRPr lang="en-US" sz="2200" dirty="0"/>
          </a:p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happening right now."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ZentriPulse makes sure the right person knows the right thing —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every morning, before anything becomes a crisis.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1A2855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9443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" y="33101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Schedule a ZentriPulse demo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371246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See a live morning brief for your stakeholder team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55848" y="2834640"/>
            <a:ext cx="2651760" cy="1691640"/>
          </a:xfrm>
          <a:prstGeom prst="rect">
            <a:avLst/>
          </a:prstGeom>
          <a:solidFill>
            <a:srgbClr val="1A2855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20440" y="29443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20440" y="33101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Define your stakeholder roles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371246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We map your org's signal needs in one working session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54496" y="2834640"/>
            <a:ext cx="2651760" cy="1691640"/>
          </a:xfrm>
          <a:prstGeom prst="rect">
            <a:avLst/>
          </a:prstGeom>
          <a:solidFill>
            <a:srgbClr val="1A2855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19088" y="29443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19088" y="33101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Pilot with one tenant or team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19088" y="371246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4-week pilot with measurable outcomes before full rollout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ZentriPulse  ·  AssetZentri's Proactive Intelligence Layer  ·  vistrive.com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1015</Words>
  <Application>Microsoft Macintosh PowerPoint</Application>
  <PresentationFormat>On-screen Show (16:9)</PresentationFormat>
  <Paragraphs>195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ZentriPulse — AssetZentri's Proactive Intelligence Layer</dc:title>
  <dc:subject>PptxGenJS Presentation</dc:subject>
  <dc:creator>Vistrive</dc:creator>
  <cp:lastModifiedBy>Chandra Mouli</cp:lastModifiedBy>
  <cp:revision>2</cp:revision>
  <dcterms:created xsi:type="dcterms:W3CDTF">2026-03-20T15:07:51Z</dcterms:created>
  <dcterms:modified xsi:type="dcterms:W3CDTF">2026-03-20T15:11:15Z</dcterms:modified>
</cp:coreProperties>
</file>